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7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01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30 s.</a:t>
            </a:r>
          </a:p>
          <a:p/>
          <a:p>
            <a:r>
              <a:t>Presentar el proyecto como una base de servidor C++ para explorar decisiones de ingeniería; no como un producto de criptografía terminado.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45 s.</a:t>
            </a:r>
          </a:p>
          <a:p/>
          <a:p>
            <a:r>
              <a:t>El alcance actual son comandos de diagnóstico. Heartbeats y persistencia son propuestas, no funcionalidades implementadas. Mantener el foco en requisitos verificables.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main configura y arranca; TcpServer gestiona sockets, pool y TLS; LineProtocol interpreta los comandos. El transporte seguro no modifica el contrato de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TCP y TLS entregan un flujo de bytes. El framing sigue siendo responsabilidad de la aplicación. El plazo por mensaje es absoluto, medido con steady_clock. EOF sin LF no cuenta como mensaje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75 s.</a:t>
            </a:r>
          </a:p>
          <a:p/>
          <a:p>
            <a:r>
              <a:t>SSL_CTX carga certificado, CA y clave. SSL_VERIFY_PEER y SSL_VERIFY_FAIL_IF_NO_PEER_CERT exigen certificado válido de cliente. El cliente también verifica CA y hostname del servidor. Autenticación no equivale a autorización: hoy todos los clientes válidos tienen los mismos permisos. El modo sin opciones TLS permanece en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La unidad de trabajo es una conexión completa. Cuatro workers y dieciséis plazas pendientes por defecto. Frente a un hilo por cliente, el pool acota recursos; no se afirma mejora de rendimiento sin benchmark. Un event loop queda como alternativa para muchas conexiones persistentes. Un cliente activo puede retener su worker; la cola no tiene caducidad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El mutex protege cola, estado de parada y registro de conexiones activas. No se mantiene durante la E/S ni al usar el token. SSL_CTX se comparte ya configurado y cada worker posee su propio SSL; el provider gestiona sesiones PKCS#11.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45 s.</a:t>
            </a:r>
          </a:p>
          <a:p/>
          <a:p>
            <a:r>
              <a:t>Distinguir propiedad de sockets de recursos OpenSSL. Los sockets aún usan close explícito coordinado bajo mutex. SSL, SSL_CTX y OSSL_STORE ya usan unique_ptr con deleter. La parada usa shutdown en activos, pero su worker sigue siendo responsable de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El manejador de señales solo cambia un atomic lock-free. El código normal coordina stop, notify_all y join. Nunca join manteniendo el mutex. El cierre TLS normal envía close_notify; errores y parada forzada pueden abortar la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75 s.</a:t>
            </a:r>
          </a:p>
          <a:p/>
          <a:p>
            <a:r>
              <a:t>Demo breve en modo TCP: iniciar con un worker y una plaza de cola. Conectar A, B y C en menos de diez segundos para observar el rechazo de C. A puede enviar QUIT o agotar el plazo; B recibe el saludo. Ctrl+C comprueba el apagado. Si no hay tiempo, explicarlo sin ejecutar. No presentar esta demo como tráfico cifrado.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60 s.</a:t>
            </a:r>
          </a:p>
          <a:p/>
          <a:p>
            <a:r>
              <a:t>Resultados locales: unitarias, 12 pruebas TCP, 10 TLS y una prueba de integración PKCS#11 con 16 sesiones y hasta ocho clientes simultáneos. Se comprueba también fallo al faltar provider o clave. No confundir esta prueba acotada con benchmark o carga sostenida.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40 s.</a:t>
            </a:r>
          </a:p>
          <a:p/>
          <a:p>
            <a:r>
              <a:t>Valgrind aporta análisis dinámico de memoria; SonarQube análisis estático. La dependencia OpenSSL de Valgrind está actualizada, pero la nueva ruta criptográfica no se ha ejecutado bajo Valgrind. Pendientes ThreadSanitizer, cobertura y cargas prolongadas.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40 s.</a:t>
            </a:r>
          </a:p>
          <a:p/>
          <a:p>
            <a:r>
              <a:t>CMake/CTest y workflow actualizados para TLS. La ejecución local con Make está verificada; el workflow actualizado no se ha ejecutado todavía en GitHub. Sonar sigue siendo opt-in. PKCS#11 se prueba localmente y no se suben tokens ni PINs al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90 s.</a:t>
            </a:r>
          </a:p>
          <a:p/>
          <a:p>
            <a:r>
              <a:t>Recorrer C++ → OpenSSL → provider PKCS#11 → SoftHSM. OSSL_STORE abre la URI pkcs11:token=tcp-demo;object=server;type=private. La clave RSA de 2048 bits se genera sensible y no exportable dentro del token y firma el handshake. No hay implementación propia de algoritmos. La CA y la clave del cliente siguen en archivos. SoftHSM no protege frente al administrador del host. Los plazos de red no interrumpen un driver HSM bloqueado. Guía: docs/CRYPTOGRAPHY.md.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orientativo: 40 s.</a:t>
            </a:r>
          </a:p>
          <a:p/>
          <a:p>
            <a:r>
              <a:t>Concluir con límites: sin ACL por identidad, CRL/OCSP ni rotación automática; certificados de demo de corta duración. No está certificado ni auditado. Priorizar riesgos antes de ampliar funciones. SFTP/Yocto sigue como integración independiente, fuera de esta exposición para mantener quince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srdiglett/tcp-interview-cpp/actions" TargetMode="External"/><Relationship Id="rId4" Type="http://schemas.openxmlformats.org/officeDocument/2006/relationships/hyperlink" Target="https://sonarcloud.io/dashboard?id=srdiglett_tcp-interview-cp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DISEÑO, CONCURRENCIA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8882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concurrente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C++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0">
                <a:solidFill>
                  <a:srgbClr val="536267"/>
                </a:solidFill>
                <a:latin typeface="Arial"/>
              </a:defRPr>
            </a:pPr>
            <a:r>
              <a:rPr dirty="0"/>
              <a:t>Un </a:t>
            </a:r>
            <a:r>
              <a:rPr dirty="0" err="1"/>
              <a:t>proyecto</a:t>
            </a:r>
            <a:r>
              <a:rPr dirty="0"/>
              <a:t> personal para </a:t>
            </a:r>
            <a:r>
              <a:rPr dirty="0" err="1"/>
              <a:t>razonar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de </a:t>
            </a:r>
            <a:r>
              <a:rPr dirty="0" err="1"/>
              <a:t>ingeniería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0786B"/>
                </a:solidFill>
                <a:latin typeface="Arial"/>
              </a:defRPr>
            </a:pPr>
            <a:r>
              <a:t>C++17 · POSIX · Pool de workers · mTLS · PKCS#11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01 / PROBLEMA Y RESTRICCIONES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Un alcance pequeño, con criterios verificables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74519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Texto y JSON por TCP; modo seguro con mTLS.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700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Concurrencia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Varios clientes, número fijo de trabajadores.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844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Sobrecarga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7033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Cola acotada, rechazo y plazos de E/S.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988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Ciclo de 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6177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Apagado coordinado y recursos TLS con RAII.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132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02 /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Separar transporte y protocolo facilita probar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TCP / cliente TLS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0964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33572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9876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TcpServer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Pool + TCP / TLS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5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LineProtocol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Interpretación</a:t>
            </a:r>
          </a:p>
        </p:txBody>
      </p:sp>
      <p:sp>
        <p:nvSpPr>
          <p:cNvPr id="19" name="Chevron 18"/>
          <p:cNvSpPr/>
          <p:nvPr/>
        </p:nvSpPr>
        <p:spPr>
          <a:xfrm>
            <a:off x="8819388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1996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8300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Texto +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main.cpp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Configuración y arranque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605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ServerStats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Estado observable del servicio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El protocolo no depende de sockets, OpenSSL ni del token.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03 / PROTOCOLO Y E/S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El contrato empieza por delimitar los mensajes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10972800" cy="1691640"/>
          </a:xfrm>
          <a:prstGeom prst="rect">
            <a:avLst/>
          </a:prstGeom>
          <a:solidFill>
            <a:srgbClr val="20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PING\n                         -&gt; PONG\n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{"command":"ECHO","text":"hola"} -&gt; hola\n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QUIT\n                         -&gt; BYE\n + cierre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0">
                <a:solidFill>
                  <a:srgbClr val="20282B"/>
                </a:solidFill>
                <a:latin typeface="Arial"/>
              </a:defRPr>
            </a:pPr>
            <a:r>
              <a:t>Lectura
Bloques, límite de 4096 bytes y 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69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0">
                <a:solidFill>
                  <a:srgbClr val="20282B"/>
                </a:solidFill>
                <a:latin typeface="Arial"/>
              </a:defRPr>
            </a:pPr>
            <a:r>
              <a:t>Escritura
Envío completo con plazo absoluto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EOF sin LF no ejecuta el comando; bytes sueltos no renuevan el plazo.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04 / TRANSPORTE Y AUTENTICACIÓN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mTLS: cifrar y verificar ambos extremos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Canal cifrado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116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OpenSSL: TLS 1.2 o 1.3, antes del saludo.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072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Identidad mutua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260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CA de confianza y certificado obligatorio de cliente.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216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Fallo cerrado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404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rPr dirty="0"/>
              <a:t>Sin certificado válido no se procesa ningún comando.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360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TLS es opcional: sin sus opciones, el modo didáctico sigue en claro.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05 / PRODUCTOR-CONSUMIDOR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La unidad de trabajo es una conexión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06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Productor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poll → accept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0964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33572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9876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Cola acotada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16 pendientes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5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Pool fijo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4 trabajadores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19388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1996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8300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handle_client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0">
                <a:solidFill>
                  <a:srgbClr val="20282B"/>
                </a:solidFill>
                <a:latin typeface="Arial"/>
              </a:defRPr>
            </a:pPr>
            <a:r>
              <a:t>Sin plazas → rechazar la conexión.
Cliente inactivo → timeout y liberación del worker.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Pool por conexión: recursos acotados; no es un event loop multicliente.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06 / MUTEX Y CONDICIÓN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Sincronización: proteger estado, no toda la petición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07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10972800" cy="1874519"/>
          </a:xfrm>
          <a:prstGeom prst="rect">
            <a:avLst/>
          </a:prstGeom>
          <a:solidFill>
            <a:srgbClr val="20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std::unique_lock&lt;std::mutex&gt; lock(clients_mutex_);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clients_ready_.wait(lock, [this] {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    return stopping_ || !pending_clients_.empty();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Courier New"/>
              </a:defRPr>
            </a:pPr>
            <a: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Bajo mutex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Extraer y registrar la conexión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60520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Fuera del mutex
Handshake, lectura y respuesta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wait libera el mutex mientras espera; notify_one despierta para volver a comprobar.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07 / RECURSOS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Propiedad explícita de sockets y recursos TLS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Aceptado / rechazado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74519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El productor cierra si no puede admitirlo.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700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La cola lo conserva; stop() lo descarta y cierra.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844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7033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El trabajador lo atiende y es responsable de close().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988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Recursos TLS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6177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RAII para SSL_CTX, SSL y objetos OSSL_STORE.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132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08 / TERMINACIÓN COORDINADA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El apagado también forma parte del diseño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09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Petición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SIGINT / SIGTERM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0964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33572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9876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stop()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Descartar + shutdown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5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notify_all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Despertar workers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19388" y="283464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1996" y="228600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8300" y="245059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03580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Esperar sin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0">
                <a:solidFill>
                  <a:srgbClr val="20282B"/>
                </a:solidFill>
                <a:latin typeface="Arial"/>
              </a:defRPr>
            </a:pPr>
            <a:r>
              <a:t>stop() interrumpe sockets; cada worker realiza close().
No se garantizan respuestas ni close_notify al forzar la parada.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No usar mutex en el manejador de señales; no hacer join manteniendo el mutex.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09 / DEMO DEL CONTROL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Demo: observar la política de admisión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10972800" cy="868680"/>
          </a:xfrm>
          <a:prstGeom prst="rect">
            <a:avLst/>
          </a:prstGeom>
          <a:solidFill>
            <a:srgbClr val="20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FFFFFF"/>
                </a:solidFill>
                <a:latin typeface="Courier New"/>
              </a:defRPr>
            </a:pPr>
            <a:r>
              <a:t>./build/tcp_server --workers 1 --queue-capacity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00786B"/>
                </a:solidFill>
                <a:latin typeface="Arial"/>
              </a:defRPr>
            </a:pPr>
            <a:r>
              <a:t>A ·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32918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Recibe el saludo.
Dispone de 10 s por mensaje.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46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00786B"/>
                </a:solidFill>
                <a:latin typeface="Arial"/>
              </a:defRPr>
            </a:pPr>
            <a:r>
              <a:t>B · pendiente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977639"/>
            <a:ext cx="32918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Conecta sin saludo.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Espera en la cola.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46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00786B"/>
                </a:solidFill>
                <a:latin typeface="Arial"/>
              </a:defRPr>
            </a:pPr>
            <a:r>
              <a:t>C · rechazado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77639"/>
            <a:ext cx="32918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La cola está llena.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Se cierra su conexión.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QUIT o timeout de A → B recibe el saludo. Ctrl+C → parada coordinada.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10 / EVIDENCIA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Pruebas positivas y negativas del contrato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Protocolo y TCP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74519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Unitarias + 12 pruebas TCP: cola, framing y apagado.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700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10 pruebas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Cliente válido; rechazo sin certificado o de otra 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844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Casos adversos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7033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Caducidad, hostname, clave incorrecta y timeouts.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988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PKCS#11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61772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16 sesiones, hasta 8 clientes; clave ausente rechazada.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1324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11 / MEMORIA Y ANÁLISIS ESTÁTICO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Cada herramienta aporta una evidencia distinta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116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Contrato y comportamiento observable.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072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Valgrind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260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Accesos inválidos y fugas durante la ejecución.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216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SonarQube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404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Reglas de calidad y problemas detectables estáticamente.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360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Evidencia local, no garantía: faltan carreras, cobertura y carga sostenida.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12 /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CI reproducible, con alcance explícito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Push /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GitHub Actions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0964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33572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9876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Build +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CTest: TCP + TLS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5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Sonar en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compile_commands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19388" y="269748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1996" y="2148840"/>
            <a:ext cx="2455164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8300" y="2313432"/>
            <a:ext cx="216255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2898648"/>
            <a:ext cx="21625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Resultado del análisis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1">
                <a:solidFill>
                  <a:srgbClr val="00786B"/>
                </a:solidFill>
                <a:latin typeface="Arial"/>
              </a:defRPr>
            </a:pPr>
            <a:r>
              <a:rPr/>
              <a:t>Workflow actualizado; ejecución remota pendiente.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663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1">
                <a:solidFill>
                  <a:srgbClr val="00786B"/>
                </a:solidFill>
                <a:latin typeface="Arial"/>
              </a:defRPr>
            </a:pPr>
            <a:r>
              <a:rPr/>
              <a:t>PKCS#11: prueba local, sin secretos en CI.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13 / CLAVE PRIVADA Y PKCS#11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La firma se delega en el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3401568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404872"/>
            <a:ext cx="3108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Servidor 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9900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OpenSSL / OSSL_STORE</a:t>
            </a:r>
          </a:p>
        </p:txBody>
      </p:sp>
      <p:sp>
        <p:nvSpPr>
          <p:cNvPr id="11" name="Chevron 10"/>
          <p:cNvSpPr/>
          <p:nvPr/>
        </p:nvSpPr>
        <p:spPr>
          <a:xfrm>
            <a:off x="4087368" y="278892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2240280"/>
            <a:ext cx="3401568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404872"/>
            <a:ext cx="3108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Provider PKCS#11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900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URI → sesiones → firma</a:t>
            </a:r>
          </a:p>
        </p:txBody>
      </p:sp>
      <p:sp>
        <p:nvSpPr>
          <p:cNvPr id="15" name="Chevron 14"/>
          <p:cNvSpPr/>
          <p:nvPr/>
        </p:nvSpPr>
        <p:spPr>
          <a:xfrm>
            <a:off x="7872984" y="2788920"/>
            <a:ext cx="201168" cy="274320"/>
          </a:xfrm>
          <a:prstGeom prst="chevron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65592" y="2240280"/>
            <a:ext cx="3401568" cy="1417320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2404872"/>
            <a:ext cx="3108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00786B"/>
                </a:solidFill>
                <a:latin typeface="Arial"/>
              </a:defRPr>
            </a:pPr>
            <a:r>
              <a:t>SoftHSM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9900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36267"/>
                </a:solidFill>
                <a:latin typeface="Arial"/>
              </a:defRPr>
            </a:pPr>
            <a:r>
              <a:t>Clave RSA no exportable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 b="0">
                <a:solidFill>
                  <a:srgbClr val="20282B"/>
                </a:solidFill>
                <a:latin typeface="Arial"/>
              </a:defRPr>
            </a:pPr>
            <a:r>
              <a:t>Clave generada en el token: firma el handshake mTLS.
PIN en archivo privado; no en argumentos ni en Git.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SoftHSM es software: demuestra la integración, no el aislamiento de un HSM.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14 / CONCLUSIÓN Y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200" b="1">
                <a:solidFill>
                  <a:srgbClr val="20282B"/>
                </a:solidFill>
                <a:latin typeface="Arial"/>
              </a:defRPr>
            </a:pPr>
            <a:r>
              <a:t>Seguridad integrada, límites explícitos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55080"/>
            <a:ext cx="10972800" cy="13716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36267"/>
                </a:solidFill>
                <a:latin typeface="Arial"/>
              </a:defRPr>
            </a:pPr>
            <a:r>
              <a:t>CARLOS GONZÁLEZ FUERTES  /  PROYECTO PERSONAL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0786B"/>
                </a:solidFill>
                <a:latin typeface="Arial"/>
              </a:defRPr>
            </a:pPr>
            <a: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Ya implementado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116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mTLS, PKCS#11, plazos de red y pruebas adversas.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072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Siguiente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260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ACL por identidad, revocación y rotación de certificados.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216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 b="1">
                <a:solidFill>
                  <a:srgbClr val="00786B"/>
                </a:solidFill>
                <a:latin typeface="Arial"/>
              </a:defRPr>
            </a:pPr>
            <a:r>
              <a:t>Evolución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4048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 b="0">
                <a:solidFill>
                  <a:srgbClr val="20282B"/>
                </a:solidFill>
                <a:latin typeface="Arial"/>
              </a:defRPr>
            </a:pPr>
            <a:r>
              <a:t>RAII de sockets, parser robusto, carreras y carga.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36008"/>
            <a:ext cx="10607040" cy="10972"/>
          </a:xfrm>
          <a:prstGeom prst="rect">
            <a:avLst/>
          </a:prstGeom>
          <a:solidFill>
            <a:srgbClr val="D9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5596128"/>
            <a:ext cx="10972800" cy="557784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00786B"/>
                </a:solidFill>
                <a:latin typeface="Arial"/>
              </a:defRPr>
            </a:pPr>
            <a:r>
              <a:t>No inventar criptografía: integrar bibliotecas y comprobar los fallos.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2954</Words>
  <Application>Microsoft Macintosh PowerPoint</Application>
  <PresentationFormat>Panorámica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concurrente en C++ — diseño, fiabilidad y evolución</dc:title>
  <dc:subject>Proyecto personal · entrevista C/C++ · 15 minutos · 15 diapositivas</dc:subject>
  <dc:creator>Carlos González Fuertes</dc:creator>
  <cp:keywords/>
  <dc:description>generated using python-pptx</dc:description>
  <cp:lastModifiedBy>Carlos González Fuertes</cp:lastModifiedBy>
  <cp:revision>3</cp:revision>
  <dcterms:created xsi:type="dcterms:W3CDTF">2013-01-27T09:14:16Z</dcterms:created>
  <dcterms:modified xsi:type="dcterms:W3CDTF">2026-10-22T07:48:41Z</dcterms:modified>
  <cp:category/>
</cp:coreProperties>
</file>